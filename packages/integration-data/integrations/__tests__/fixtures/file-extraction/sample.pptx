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FC2C-FE84-39C2-32AD-DAC3CD858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D5CD2-3ACC-AEEF-54EF-1F4D53613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8B206-A936-E52D-5035-0EB030D6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04E8D-90A9-354A-6F0E-11F349DB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48AE2-EA8C-0226-E9A3-8F7198B5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19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B1F9-234A-DDCC-3B4F-09FCD3EF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48D7C-7C98-3559-5AEB-8ECF75187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4AF7C-50E5-E4F3-E575-7ED7B82C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2153D-80F1-B6DB-2DC7-2EA94044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A05D-9713-343E-751F-17FF8F5A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5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F5AA-B829-1EE2-C7F0-F6400D16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81BA2-5BEC-7C5F-36F6-7B0EAE58D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99D8C-8664-ABA8-E06A-E2F738DE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103CD-D9E4-9F57-EB9F-BF35919D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78319-0C46-8E12-A767-2F018F68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5E9C-6596-9697-1804-952D96B4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06B17-6104-7B66-DA74-B14EE6A0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71055-43D0-5243-438A-12225E4EA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C11A6-0884-1696-F6B6-C96FDA871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71175-B52D-EBFC-4967-C20171E9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3B5D9-3723-2584-BD1E-C2808695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0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BF28-D019-25C6-2747-06EEF71B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7E4F3-89E7-31B8-1450-7D876B63B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F04CA-E227-9D32-49A1-35630C2C3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32AC2-8CCF-1070-325B-90D94DE9B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32E28A-0E70-6303-12A8-F0FC8B792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B0E32-2C9A-4C73-BEB1-9B833409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FA54F3-8EA5-6FF1-270E-BA3E0D4E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E5C71-2795-3DC8-A4DC-CDDBE8EE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6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48D0-B648-00C5-8E5C-10B26149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8BF0C-B2D6-279D-6AC6-138F1761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3F96C-E408-2D89-5E5C-5AC9217A2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BD48C-BE7F-1A82-D0D3-1CEAE66B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68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681CC-F0C5-1CF1-BB70-41B56045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B56F2-39A7-F101-30EE-5D54BC5E5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459A5-96B9-B0DF-25C6-3D67EB6B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9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7DB1-C77E-F340-793A-859EA0CC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C458A-8625-125E-7540-B0F1D0BF1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994BA-AEE3-379C-FD56-7C8D16D20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7BBBA-F595-5A9C-E0E7-66FDE9D8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DC0D4-5837-D942-1617-2DF699121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DB9EF-E15D-2197-353B-7BD0AC83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8F75-1996-E50F-0944-89B5A7A1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EEAFD-F9FB-2B17-2B29-CFB672814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441C3-DC6A-7942-361A-B98B7AFC1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CD13F-3FA4-BA8E-05B6-0C21693A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C422F-8D03-3273-F78C-B354E3F5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B7BC3-CF87-C02A-876C-29A29E1F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4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7933-902A-EA36-7920-92298A4B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558D5-A93F-D5C7-13A8-17E1E6555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84208-2AB0-BE2B-6772-188FB055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68349-9DDF-41C2-E046-B3E51679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214A5-B842-5179-6968-7D864AA2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6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788104-D67D-7922-ABDB-966BF878B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1D1D0-5C26-09A3-F094-63F3433D9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6082-92A8-D25D-37B2-D76441AC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63F53-A3B3-04B3-16C2-A18F91D7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AA66E-C3A9-2DF7-CC26-2573D875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8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8FC1B8-7131-CC0D-0A16-1731D387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66563-52C0-7A5B-2AC6-74AB81045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852FB-5E17-D826-A0A7-E0AC504A8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B8F89-98CE-1842-A1BC-3F85AB8401D7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6954C-78A8-5DF5-5478-64C2621FD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E9BB9-7D60-BD83-2FAD-22753303A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F0CBD-3F95-0F43-B395-F6FADF6F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3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D7C7-84B0-21E5-F75E-76D21DA06B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907D2-4366-237A-E7E6-ADC1D0166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Test 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212775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B648-DBF7-E0F4-F24A-26EDCE1F9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Commandable</a:t>
            </a:r>
            <a:r>
              <a:rPr lang="en-US" dirty="0"/>
              <a:t> Integration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F1748-CE1E-BE67-541D-4DD1E1E94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08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Test Presentation</vt:lpstr>
      <vt:lpstr>Commandable Integration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 McCabe</dc:creator>
  <cp:lastModifiedBy>Theo McCabe</cp:lastModifiedBy>
  <cp:revision>1</cp:revision>
  <dcterms:created xsi:type="dcterms:W3CDTF">2026-03-31T20:14:30Z</dcterms:created>
  <dcterms:modified xsi:type="dcterms:W3CDTF">2026-03-31T20:20:04Z</dcterms:modified>
</cp:coreProperties>
</file>